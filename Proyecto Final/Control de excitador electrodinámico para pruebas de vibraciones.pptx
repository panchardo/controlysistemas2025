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2" r:id="rId3"/>
    <p:sldId id="257" r:id="rId4"/>
    <p:sldId id="293" r:id="rId5"/>
    <p:sldId id="258" r:id="rId6"/>
    <p:sldId id="29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94" r:id="rId16"/>
    <p:sldId id="267" r:id="rId17"/>
    <p:sldId id="268" r:id="rId18"/>
    <p:sldId id="295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90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634F9-359B-41E5-8A56-69BBC5F30F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Control de excitador electrodinámico para pruebas de vibraciones en </a:t>
            </a:r>
            <a:r>
              <a:rPr lang="es-ES" dirty="0" err="1"/>
              <a:t>CubeSATs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AC1B8A-28F0-4438-9A5D-02F683290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Francisco </a:t>
            </a:r>
            <a:r>
              <a:rPr lang="es-AR" dirty="0" err="1"/>
              <a:t>Dalessandro</a:t>
            </a:r>
            <a:endParaRPr lang="es-AR" dirty="0"/>
          </a:p>
          <a:p>
            <a:r>
              <a:rPr lang="es-AR" dirty="0"/>
              <a:t>Cátedra Control y Sistemas</a:t>
            </a:r>
          </a:p>
          <a:p>
            <a:r>
              <a:rPr lang="es-AR" dirty="0"/>
              <a:t>19 de agosto de 2025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33FEDD-94BB-4ABA-8391-1AE99975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89" y="5026083"/>
            <a:ext cx="2246956" cy="16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5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54421D7-2217-40C6-9939-B599125FF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Motivación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CFA3EAD-47CB-4B2A-B563-8620186D6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680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D9BB3-D93E-486D-8F18-BFBD5EE6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Motivación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A66FFBD-EF89-4E53-A840-38F12295F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4698" y="541131"/>
            <a:ext cx="3791368" cy="599587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F93BB55-0349-42C5-B8F6-810F6BE1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4859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7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EABB57-37F7-41EA-BAA1-0D5FDE169D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Objetivo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8FDFDF8-8A43-497F-8AE0-9C355EB646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512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A3ABB-87D7-4AEB-A195-51AFD456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404E8-49C2-467C-BC64-45E01130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5589"/>
            <a:ext cx="8596668" cy="4392611"/>
          </a:xfrm>
        </p:spPr>
        <p:txBody>
          <a:bodyPr>
            <a:normAutofit lnSpcReduction="10000"/>
          </a:bodyPr>
          <a:lstStyle/>
          <a:p>
            <a:r>
              <a:rPr lang="es-ES" dirty="0"/>
              <a:t>Ensayo Modal</a:t>
            </a:r>
          </a:p>
          <a:p>
            <a:pPr lvl="1"/>
            <a:r>
              <a:rPr lang="es-ES" dirty="0"/>
              <a:t>Tasa de barrido: 2 oct/min</a:t>
            </a:r>
          </a:p>
          <a:p>
            <a:pPr lvl="1"/>
            <a:r>
              <a:rPr lang="es-ES" dirty="0"/>
              <a:t>Armónicos con frecuencias entre 5 y 100 Hz. Todos con amplitud 0.15g.</a:t>
            </a:r>
          </a:p>
          <a:p>
            <a:r>
              <a:rPr lang="es-ES" dirty="0"/>
              <a:t>Ensayo Sinusoidal</a:t>
            </a:r>
          </a:p>
          <a:p>
            <a:pPr lvl="1"/>
            <a:r>
              <a:rPr lang="es-ES" dirty="0"/>
              <a:t>Tasa de barrido: 2 oct/min</a:t>
            </a:r>
          </a:p>
          <a:p>
            <a:pPr lvl="1"/>
            <a:r>
              <a:rPr lang="es-ES" dirty="0"/>
              <a:t>Armónicos con:</a:t>
            </a:r>
          </a:p>
          <a:p>
            <a:pPr lvl="2"/>
            <a:r>
              <a:rPr lang="es-ES" dirty="0"/>
              <a:t>Frecuencias de 5 hasta 100 Hz. Amplitud 2.5g</a:t>
            </a:r>
          </a:p>
          <a:p>
            <a:pPr lvl="2"/>
            <a:r>
              <a:rPr lang="es-ES" dirty="0"/>
              <a:t>Frecuencias de 100 hasta 120 Hz. Amplitud 1.25g</a:t>
            </a:r>
          </a:p>
          <a:p>
            <a:r>
              <a:rPr lang="es-ES" dirty="0"/>
              <a:t>Ensayo de Vibración Aleatoria</a:t>
            </a:r>
          </a:p>
          <a:p>
            <a:pPr lvl="1"/>
            <a:r>
              <a:rPr lang="es-ES" dirty="0"/>
              <a:t>Aceleración RMS: 8.03g</a:t>
            </a:r>
          </a:p>
          <a:p>
            <a:pPr lvl="1"/>
            <a:r>
              <a:rPr lang="es-ES" dirty="0"/>
              <a:t>Duración: 120 </a:t>
            </a:r>
            <a:r>
              <a:rPr lang="es-ES" dirty="0" err="1"/>
              <a:t>seg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Perfil PSD: ver Tabla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E0D1E8-CCCF-4A53-AA00-91552D73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102" y="5184672"/>
            <a:ext cx="390579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02CFC03-6BBB-49B8-B38F-7E61C6024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2D52636-ED88-4DE3-A96C-5920B9FB8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2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8CCE5-12B6-4C5E-9998-11BF0B42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0447BE5-D83B-4717-993E-830B975A5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235" y="1601788"/>
            <a:ext cx="5165298" cy="4356189"/>
          </a:xfrm>
        </p:spPr>
      </p:pic>
    </p:spTree>
    <p:extLst>
      <p:ext uri="{BB962C8B-B14F-4D97-AF65-F5344CB8AC3E}">
        <p14:creationId xmlns:p14="http://schemas.microsoft.com/office/powerpoint/2010/main" val="213353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03EEF-F672-4C09-8556-AA58A6FA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FC2029C-284A-4BBF-914B-6B389CA04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733" y="1521892"/>
            <a:ext cx="4385733" cy="4986643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4D2848-F44C-4223-B229-0EE466427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858" y="1521892"/>
            <a:ext cx="6325483" cy="9621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551E5FA-2C58-4F10-AD42-09D48F250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461" y="2948264"/>
            <a:ext cx="3067478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3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8FCB2-E218-48E3-8428-175F930F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4141D65-4E7B-4454-8982-A12009405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00" y="1390121"/>
            <a:ext cx="8010437" cy="388143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11B641-5FB4-4554-AB97-F0C52FA9D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694" y="5271558"/>
            <a:ext cx="3334215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8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718A55E-07E3-466D-9E8B-6E8AA62B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0B76AC21-542D-46B1-8895-17CB30EB9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3531" y="1560629"/>
            <a:ext cx="4858428" cy="543001"/>
          </a:xfr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9C2147A-0A4D-492D-A768-CDC63CFAD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873" y="2276860"/>
            <a:ext cx="4067743" cy="206721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85687BA-DF3B-478D-BA52-ECEDCE1C3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425" y="4517303"/>
            <a:ext cx="3486637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7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947EB-2A12-4F67-80DD-5101525C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F68963-1555-40EC-B5F1-8CF53510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2E19C63-78CF-4392-BA54-BB2B7EE5D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791" y="2921957"/>
            <a:ext cx="4391638" cy="21053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74154C-EDE9-4DD3-9FCB-FC21D49D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344" y="2521851"/>
            <a:ext cx="3448531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9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F5C00-A3CC-43BD-94CD-9D768DDB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D7C40D05-E4B2-4DCB-9983-D1DE425D2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4841" y="1270000"/>
            <a:ext cx="6177492" cy="463311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B664E1-FC85-46A8-8B0E-99104855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160589"/>
            <a:ext cx="1571844" cy="96215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61E7595-9519-44D0-ADF2-A8611BAD5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500" y="6043584"/>
            <a:ext cx="5439534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2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A5360-F94F-46F6-8D6B-097BC466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92E1C6-E6A4-4FB2-8139-E8F303933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Subsistema eléctrico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2F881F-034B-45F4-A946-A619BA9A1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424" y="2781210"/>
            <a:ext cx="2695951" cy="6477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F2D3E1D-2972-4391-B2A3-56D146869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842" y="3638186"/>
            <a:ext cx="601111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3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1C69C-49DC-4919-AA79-CF48212E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Modelado lineal de la planta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F0E4F-832D-404F-B0E5-DA70EAB92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70A271-83E5-47E0-A48E-34AC6FDE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21" y="1831825"/>
            <a:ext cx="7845227" cy="14092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8EAA28F-06D6-490E-8163-EEDD37E6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998" y="3471270"/>
            <a:ext cx="4434109" cy="24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488FBC-9937-43CA-8E4D-5650561D1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No linealidades de la planta</a:t>
            </a:r>
            <a:endParaRPr lang="es-A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CB9F6C3-F6F7-4CF4-AB0C-74B867D6BB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9011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9F9F8-1BEC-431D-8C6B-8B88E5E3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 linealidades de la planta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659DD-ADE6-43AB-B696-809F10461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0870"/>
            <a:ext cx="8596668" cy="3880773"/>
          </a:xfrm>
        </p:spPr>
        <p:txBody>
          <a:bodyPr/>
          <a:lstStyle/>
          <a:p>
            <a:r>
              <a:rPr lang="es-ES" dirty="0"/>
              <a:t>La resistencia del bobinado es variable con la temperatura</a:t>
            </a:r>
          </a:p>
          <a:p>
            <a:r>
              <a:rPr lang="es-ES" dirty="0"/>
              <a:t>La carrera de la bobina móvil es limitada a una pulgada (25.4 mm)</a:t>
            </a:r>
          </a:p>
          <a:p>
            <a:r>
              <a:rPr lang="es-ES" dirty="0"/>
              <a:t>La constante </a:t>
            </a:r>
            <a:r>
              <a:rPr lang="es-ES" dirty="0" err="1"/>
              <a:t>K_motor</a:t>
            </a:r>
            <a:r>
              <a:rPr lang="es-ES" dirty="0"/>
              <a:t> en realidad es función de la carrera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38FE62-766B-43D8-9159-25F067D4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2692400"/>
            <a:ext cx="5418666" cy="4064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4D0795-5713-44B9-BDB4-B0D402D5B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532" y="2643827"/>
            <a:ext cx="5548193" cy="416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7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033EE-4454-40D2-9ED0-DEC644AA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ED24AB4-470F-43A4-BA65-3CDE8FE78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1200"/>
            <a:ext cx="11992099" cy="5435600"/>
          </a:xfrm>
        </p:spPr>
      </p:pic>
    </p:spTree>
    <p:extLst>
      <p:ext uri="{BB962C8B-B14F-4D97-AF65-F5344CB8AC3E}">
        <p14:creationId xmlns:p14="http://schemas.microsoft.com/office/powerpoint/2010/main" val="3873092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C4816FC-45F3-4D2A-8044-B4ACA9B6A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Controlador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8E5BC93C-307D-482E-997D-142DB62AFB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474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DD1DA-E7C2-4F6D-9C39-963FD7E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Controlabilidad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65DB436-51E7-436C-834C-7D334C3DE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712" y="2448222"/>
            <a:ext cx="5805072" cy="679180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896021-A677-41E9-BCB2-BF76B986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696" y="3435151"/>
            <a:ext cx="2543259" cy="84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1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37029-B72D-468E-9BCE-EAA72D44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Controlador en cascada</a:t>
            </a:r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6DC29698-7B02-4E4F-B162-FCBA9940F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1374" y="5745695"/>
            <a:ext cx="2781688" cy="84784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3C13CD3-33FB-4520-ACAA-1F000F933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28" y="1525935"/>
            <a:ext cx="8487960" cy="7430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84CED47-A963-497E-9BB5-CCF4E5BDE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28" y="2724320"/>
            <a:ext cx="3696216" cy="41915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DE2C203-91F4-4069-A796-EB1307122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60" y="3487955"/>
            <a:ext cx="432495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01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5755A-665D-48FF-8152-9A1FFF7F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Controlador en cascada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49955EC-2F4A-45F1-9A0C-E14C99011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5494" y="1379521"/>
            <a:ext cx="6894329" cy="5170747"/>
          </a:xfrm>
        </p:spPr>
      </p:pic>
    </p:spTree>
    <p:extLst>
      <p:ext uri="{BB962C8B-B14F-4D97-AF65-F5344CB8AC3E}">
        <p14:creationId xmlns:p14="http://schemas.microsoft.com/office/powerpoint/2010/main" val="1496411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9C7BF-2AA4-4C64-A09C-5554601D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Controlador en cascada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247D9B-E383-4570-BFC9-493DCED89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36969"/>
            <a:ext cx="9455159" cy="4804508"/>
          </a:xfrm>
        </p:spPr>
      </p:pic>
    </p:spTree>
    <p:extLst>
      <p:ext uri="{BB962C8B-B14F-4D97-AF65-F5344CB8AC3E}">
        <p14:creationId xmlns:p14="http://schemas.microsoft.com/office/powerpoint/2010/main" val="427463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572CD-D189-4200-AC15-7AEABBCF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Sensor acelerómetro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C3601-08C5-4B48-BE45-7F30A904F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ADXL1001 (acelerómetro MEMS)</a:t>
            </a:r>
          </a:p>
          <a:p>
            <a:r>
              <a:rPr lang="es-ES" dirty="0"/>
              <a:t>Densidad de ruido: 30 μg/√Hz . </a:t>
            </a:r>
            <a:r>
              <a:rPr lang="es-ES" dirty="0" err="1"/>
              <a:t>tc</a:t>
            </a:r>
            <a:r>
              <a:rPr lang="es-ES" dirty="0"/>
              <a:t> = 0.06/</a:t>
            </a:r>
            <a:r>
              <a:rPr lang="es-ES" dirty="0" err="1"/>
              <a:t>fs</a:t>
            </a:r>
            <a:endParaRPr lang="es-ES" dirty="0"/>
          </a:p>
          <a:p>
            <a:r>
              <a:rPr lang="pt-BR" dirty="0"/>
              <a:t>Ruido rosa o 1/f.</a:t>
            </a:r>
            <a:endParaRPr lang="es-ES" dirty="0"/>
          </a:p>
          <a:p>
            <a:r>
              <a:rPr lang="es-ES" dirty="0"/>
              <a:t>Función de respuesta en frecuencia</a:t>
            </a:r>
          </a:p>
          <a:p>
            <a:r>
              <a:rPr lang="es-ES" dirty="0"/>
              <a:t>Sensibilidad 20mV/g</a:t>
            </a:r>
          </a:p>
          <a:p>
            <a:r>
              <a:rPr lang="es-ES" dirty="0"/>
              <a:t>Componentes de continua. </a:t>
            </a:r>
            <a:r>
              <a:rPr lang="es-ES" dirty="0" err="1"/>
              <a:t>Vcc</a:t>
            </a:r>
            <a:r>
              <a:rPr lang="es-ES" dirty="0"/>
              <a:t> = 5V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8254DD-8DA7-4E50-A728-89AD35C7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31" y="1355120"/>
            <a:ext cx="6524373" cy="489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63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7DABB-5957-4B9A-8692-3ED53907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Sensor acelerómetro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A48E45B-1057-45EA-A649-DDE23C070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9108504" cy="4579296"/>
          </a:xfrm>
        </p:spPr>
      </p:pic>
    </p:spTree>
    <p:extLst>
      <p:ext uri="{BB962C8B-B14F-4D97-AF65-F5344CB8AC3E}">
        <p14:creationId xmlns:p14="http://schemas.microsoft.com/office/powerpoint/2010/main" val="1291439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F815B-07C9-4238-B661-9DEE20AB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Filtro </a:t>
            </a:r>
            <a:r>
              <a:rPr lang="es-AR" dirty="0" err="1"/>
              <a:t>antialiasing</a:t>
            </a:r>
            <a:endParaRPr lang="es-AR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E708E14-98F8-44DC-9C6E-F397461C9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487" y="2103654"/>
            <a:ext cx="8148019" cy="4754346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24CF79-A712-4EE4-9E32-E2445621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990" y="1199662"/>
            <a:ext cx="778301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21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2AE54-6D6C-47D8-902F-A7565AC2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04" y="3027485"/>
            <a:ext cx="8596668" cy="1320800"/>
          </a:xfrm>
        </p:spPr>
        <p:txBody>
          <a:bodyPr/>
          <a:lstStyle/>
          <a:p>
            <a:r>
              <a:rPr lang="es-AR" dirty="0"/>
              <a:t>ADC y filtro digital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2987067-EA3D-4972-8AF3-E37840C21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4800" y="219440"/>
            <a:ext cx="6779646" cy="6419120"/>
          </a:xfrm>
        </p:spPr>
      </p:pic>
    </p:spTree>
    <p:extLst>
      <p:ext uri="{BB962C8B-B14F-4D97-AF65-F5344CB8AC3E}">
        <p14:creationId xmlns:p14="http://schemas.microsoft.com/office/powerpoint/2010/main" val="825621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9B3FA-05DE-40BC-9351-CAB37E9BC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Resultados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E46BDB6-23C5-4762-81D9-41C1E2F3F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3781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00BA6-CD74-4678-9C88-B464E042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Ensayo seno puro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4790094-082F-4F7B-8ABC-7968645AB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6628" y="1544055"/>
            <a:ext cx="8378743" cy="4704345"/>
          </a:xfrm>
        </p:spPr>
      </p:pic>
    </p:spTree>
    <p:extLst>
      <p:ext uri="{BB962C8B-B14F-4D97-AF65-F5344CB8AC3E}">
        <p14:creationId xmlns:p14="http://schemas.microsoft.com/office/powerpoint/2010/main" val="21194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4DD16-3E0C-470B-BB48-5D12D53E0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49" y="319454"/>
            <a:ext cx="8596668" cy="1320800"/>
          </a:xfrm>
        </p:spPr>
        <p:txBody>
          <a:bodyPr/>
          <a:lstStyle/>
          <a:p>
            <a:r>
              <a:rPr lang="es-AR" dirty="0"/>
              <a:t>Ensayo seno puro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B89F836-B95D-4470-8722-B479F9D4E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379" y="1120531"/>
            <a:ext cx="7147028" cy="5628286"/>
          </a:xfrm>
        </p:spPr>
      </p:pic>
    </p:spTree>
    <p:extLst>
      <p:ext uri="{BB962C8B-B14F-4D97-AF65-F5344CB8AC3E}">
        <p14:creationId xmlns:p14="http://schemas.microsoft.com/office/powerpoint/2010/main" val="1243461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4BC45-24ED-4EFF-AE77-A9F2BD1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5D65370-EB84-4E02-9489-8E4AF051C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4461"/>
          <a:stretch/>
        </p:blipFill>
        <p:spPr>
          <a:xfrm>
            <a:off x="263537" y="609600"/>
            <a:ext cx="5987794" cy="605842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3DDCB3-38D1-4441-9461-B21214302C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513" r="-17426"/>
          <a:stretch/>
        </p:blipFill>
        <p:spPr>
          <a:xfrm>
            <a:off x="6035681" y="1773115"/>
            <a:ext cx="7304236" cy="33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78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A7EF3-BA87-4AA7-A21B-A7729B85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6AD0F36-693C-4E3F-9CEB-4C2F60DB8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529" y="1160945"/>
            <a:ext cx="8094178" cy="5424937"/>
          </a:xfrm>
        </p:spPr>
      </p:pic>
    </p:spTree>
    <p:extLst>
      <p:ext uri="{BB962C8B-B14F-4D97-AF65-F5344CB8AC3E}">
        <p14:creationId xmlns:p14="http://schemas.microsoft.com/office/powerpoint/2010/main" val="1387028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26EB3-2E12-41D3-B4D3-80CE1450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7E1D5-3EB1-449D-ACB6-1CAEB449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43E5F9-26F4-427C-90A8-34F39A53B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014" y="1270000"/>
            <a:ext cx="7400748" cy="22182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F581CBD-5F52-4E52-803F-7D6A3E6B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961" y="3882161"/>
            <a:ext cx="7419801" cy="215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94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03CB7-6BE2-46DD-B562-7DC99723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Vibración aleatoria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5ADF406-07F1-4E91-BE83-895E81ABB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763" y="1334522"/>
            <a:ext cx="7862205" cy="4913878"/>
          </a:xfrm>
        </p:spPr>
      </p:pic>
    </p:spTree>
    <p:extLst>
      <p:ext uri="{BB962C8B-B14F-4D97-AF65-F5344CB8AC3E}">
        <p14:creationId xmlns:p14="http://schemas.microsoft.com/office/powerpoint/2010/main" val="314295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AF59A-7C6C-4D9C-873B-A6459E8B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Vibración aleatoria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8F3B4-BEBD-480B-9606-1C9A5AB7E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853E99-1BCA-4B7D-B272-EF17B1760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708" y="2811220"/>
            <a:ext cx="8023517" cy="16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33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125F9-2ABC-4CC2-9A51-8439EDBC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Vibración aleatoria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57B69E-261E-4251-A770-6F6205B1F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995" y="1332541"/>
            <a:ext cx="8235821" cy="5147389"/>
          </a:xfrm>
        </p:spPr>
      </p:pic>
    </p:spTree>
    <p:extLst>
      <p:ext uri="{BB962C8B-B14F-4D97-AF65-F5344CB8AC3E}">
        <p14:creationId xmlns:p14="http://schemas.microsoft.com/office/powerpoint/2010/main" val="1208050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EBB74-C9E7-4CE5-AA66-84E13DD7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Barrido de frecuencias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FDD0C74-3BEF-42B5-9743-6C8045D12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458" y="2617788"/>
            <a:ext cx="6073042" cy="4328744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A733A05-0059-47C3-A701-8C3BEAE84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29" y="1270000"/>
            <a:ext cx="7772399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00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2FDC3-C1DE-401F-9FF1-4840A140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Barrido de frecuencias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8815EC7-10D8-4721-BC93-715563470E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908" y="1930400"/>
            <a:ext cx="6972907" cy="4706507"/>
          </a:xfrm>
        </p:spPr>
      </p:pic>
    </p:spTree>
    <p:extLst>
      <p:ext uri="{BB962C8B-B14F-4D97-AF65-F5344CB8AC3E}">
        <p14:creationId xmlns:p14="http://schemas.microsoft.com/office/powerpoint/2010/main" val="2379047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6DE61-992C-4D9E-A929-387D0E6E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Conclusiones y posibles mejoras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86D22-3D7D-48C6-B0EA-E77D6DE1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4EEEA0-EC78-4CA7-B423-A92812435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17" y="2204866"/>
            <a:ext cx="8168204" cy="272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97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2A53883-E446-42D7-873D-F698C5F0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934" y="2992315"/>
            <a:ext cx="8596668" cy="1320800"/>
          </a:xfrm>
        </p:spPr>
        <p:txBody>
          <a:bodyPr>
            <a:normAutofit/>
          </a:bodyPr>
          <a:lstStyle/>
          <a:p>
            <a:r>
              <a:rPr lang="es-AR" sz="54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378465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269</TotalTime>
  <Words>279</Words>
  <Application>Microsoft Office PowerPoint</Application>
  <PresentationFormat>Panorámica</PresentationFormat>
  <Paragraphs>60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Trebuchet MS</vt:lpstr>
      <vt:lpstr>Wingdings 3</vt:lpstr>
      <vt:lpstr>Faceta</vt:lpstr>
      <vt:lpstr>Control de excitador electrodinámico para pruebas de vibraciones en CubeSATs</vt:lpstr>
      <vt:lpstr>Motivación</vt:lpstr>
      <vt:lpstr>Motivación</vt:lpstr>
      <vt:lpstr>Objetivo</vt:lpstr>
      <vt:lpstr>Objetivo</vt:lpstr>
      <vt:lpstr>Modelado lineal de la planta</vt:lpstr>
      <vt:lpstr>Modelado lineal de la planta</vt:lpstr>
      <vt:lpstr>Modelado lineal de la planta</vt:lpstr>
      <vt:lpstr>Modelado lineal de la planta</vt:lpstr>
      <vt:lpstr>Modelado lineal de la planta</vt:lpstr>
      <vt:lpstr>Modelado lineal de la planta</vt:lpstr>
      <vt:lpstr>Modelado lineal de la planta</vt:lpstr>
      <vt:lpstr>Modelado lineal de la planta</vt:lpstr>
      <vt:lpstr>Modelado lineal de la planta</vt:lpstr>
      <vt:lpstr>No linealidades de la planta</vt:lpstr>
      <vt:lpstr>No linealidades de la planta</vt:lpstr>
      <vt:lpstr>Presentación de PowerPoint</vt:lpstr>
      <vt:lpstr>Controlador</vt:lpstr>
      <vt:lpstr>Controlabilidad</vt:lpstr>
      <vt:lpstr>Controlador en cascada</vt:lpstr>
      <vt:lpstr>Controlador en cascada</vt:lpstr>
      <vt:lpstr>Controlador en cascada</vt:lpstr>
      <vt:lpstr>Sensor acelerómetro</vt:lpstr>
      <vt:lpstr>Sensor acelerómetro</vt:lpstr>
      <vt:lpstr>Filtro antialiasing</vt:lpstr>
      <vt:lpstr>ADC y filtro digital</vt:lpstr>
      <vt:lpstr>Resultados</vt:lpstr>
      <vt:lpstr>Ensayo seno puro</vt:lpstr>
      <vt:lpstr>Ensayo seno puro</vt:lpstr>
      <vt:lpstr>Presentación de PowerPoint</vt:lpstr>
      <vt:lpstr>Presentación de PowerPoint</vt:lpstr>
      <vt:lpstr>Presentación de PowerPoint</vt:lpstr>
      <vt:lpstr>Vibración aleatoria</vt:lpstr>
      <vt:lpstr>Vibración aleatoria</vt:lpstr>
      <vt:lpstr>Vibración aleatoria</vt:lpstr>
      <vt:lpstr>Barrido de frecuencias</vt:lpstr>
      <vt:lpstr>Barrido de frecuencias</vt:lpstr>
      <vt:lpstr>Conclusiones y posibles mejoras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excitador electrodinámico para pruebas de vibraciones en CubeSATs</dc:title>
  <dc:creator>Noxi-PC</dc:creator>
  <cp:lastModifiedBy>Noxi-PC</cp:lastModifiedBy>
  <cp:revision>20</cp:revision>
  <dcterms:created xsi:type="dcterms:W3CDTF">2025-08-06T21:09:03Z</dcterms:created>
  <dcterms:modified xsi:type="dcterms:W3CDTF">2025-08-19T00:57:03Z</dcterms:modified>
</cp:coreProperties>
</file>